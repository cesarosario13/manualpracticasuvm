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59803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101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16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54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25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17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9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92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69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08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7288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28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818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811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91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44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25AD67F-5648-45A0-8394-87C85D0889B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215A1C4-6CC9-412B-B620-4BD2509855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36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MANUAL DE</a:t>
            </a:r>
            <a:br>
              <a:rPr lang="es-MX" dirty="0" smtClean="0"/>
            </a:br>
            <a:r>
              <a:rPr lang="es-MX" dirty="0" smtClean="0"/>
              <a:t>PRÁCTICAS UVM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Cesar Rosario Y </a:t>
            </a:r>
            <a:r>
              <a:rPr lang="es-MX" smtClean="0"/>
              <a:t>Gustavo Avendaño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750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TM04033927[[fn=Evento principal]]</Template>
  <TotalTime>1</TotalTime>
  <Words>7</Words>
  <Application>Microsoft Office PowerPoint</Application>
  <PresentationFormat>Panorámica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Impact</vt:lpstr>
      <vt:lpstr>Evento principal</vt:lpstr>
      <vt:lpstr>MANUAL DE PRÁCTICAS UVM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PRÁCTICAS UVM</dc:title>
  <dc:creator>fabiola1998.lapg@gmail.com</dc:creator>
  <cp:lastModifiedBy>fabiola1998.lapg@gmail.com</cp:lastModifiedBy>
  <cp:revision>1</cp:revision>
  <dcterms:created xsi:type="dcterms:W3CDTF">2026-07-28T00:16:08Z</dcterms:created>
  <dcterms:modified xsi:type="dcterms:W3CDTF">2026-07-28T00:17:25Z</dcterms:modified>
</cp:coreProperties>
</file>